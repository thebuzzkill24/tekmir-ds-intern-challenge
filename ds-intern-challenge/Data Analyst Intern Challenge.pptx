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D99158AA-F733-4CA1-A246-60EE4973E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Analyst Intern Challenge</a:t>
            </a:r>
            <a:endParaRPr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CEF8DC15-68FD-414A-A99C-C8D4E6523C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Miles Lawrence</a:t>
            </a:r>
          </a:p>
          <a:p>
            <a:r>
              <a:rPr dirty="0"/>
              <a:t>File created on: 8/20/2026 4:32:28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E23AC469-BC17-4F16-A21D-8E2F94379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72" y="0"/>
            <a:ext cx="11077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Data Analyst Intern Challenge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Lawrence, Miles W.</cp:lastModifiedBy>
  <cp:revision>1</cp:revision>
  <dcterms:created xsi:type="dcterms:W3CDTF">2026-08-20T21:32:28Z</dcterms:created>
  <dcterms:modified xsi:type="dcterms:W3CDTF">2026-08-20T21:33:01Z</dcterms:modified>
</cp:coreProperties>
</file>